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C685E-1597-4CFD-AF06-1F4E1EC5CA25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C0300-13C4-4F6C-92D9-45F6968C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11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C0300-13C4-4F6C-92D9-45F6968CFF8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325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526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77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20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8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18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3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304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07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09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10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828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854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9474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644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041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972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01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456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40C9-92D8-241E-EF92-993E4F8EF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897" y="1517714"/>
            <a:ext cx="9180576" cy="1189389"/>
          </a:xfrm>
        </p:spPr>
        <p:txBody>
          <a:bodyPr>
            <a:normAutofit fontScale="90000"/>
          </a:bodyPr>
          <a:lstStyle/>
          <a:p>
            <a:r>
              <a:rPr lang="en-US" sz="4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sz="4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br>
              <a:rPr lang="en-US" sz="4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ELECTIONS THROUGH VISUAL INTELLIGENCE</a:t>
            </a:r>
            <a:endParaRPr lang="en-IN" sz="4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9DEC2-3774-1274-D4E5-5FD0774E1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2224" y="3035329"/>
            <a:ext cx="8705088" cy="1086237"/>
          </a:xfrm>
        </p:spPr>
        <p:txBody>
          <a:bodyPr>
            <a:no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INTERNSHIP 6.0 || MILESTONE – 3 ||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MENTOR – SUNDAR.J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57168F-677F-00B9-6392-C5FD8F1E6A3C}"/>
              </a:ext>
            </a:extLst>
          </p:cNvPr>
          <p:cNvCxnSpPr>
            <a:cxnSpLocks/>
          </p:cNvCxnSpPr>
          <p:nvPr/>
        </p:nvCxnSpPr>
        <p:spPr>
          <a:xfrm>
            <a:off x="1554480" y="2871216"/>
            <a:ext cx="104269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2AF4DE9-11DE-8C81-CD4B-6A1DADBBB6D2}"/>
              </a:ext>
            </a:extLst>
          </p:cNvPr>
          <p:cNvSpPr txBox="1"/>
          <p:nvPr/>
        </p:nvSpPr>
        <p:spPr>
          <a:xfrm>
            <a:off x="7769290" y="4811135"/>
            <a:ext cx="35661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Amit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Dhinesh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kannan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Mogithaa S 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Mounika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Kodumuru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Mounika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Mogalapalli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3836507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6852-2861-4011-B802-926B710E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7CAA6-E701-492A-8584-D7651A213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615" y="1866899"/>
            <a:ext cx="10018713" cy="31242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– 3</a:t>
            </a:r>
          </a:p>
          <a:p>
            <a:pPr marL="0" indent="0" algn="ctr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 Visualization)</a:t>
            </a:r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171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E5DB-2034-4362-8E80-BA7393A40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808348"/>
            <a:ext cx="10018713" cy="1752599"/>
          </a:xfrm>
        </p:spPr>
        <p:txBody>
          <a:bodyPr>
            <a:normAutofit/>
          </a:bodyPr>
          <a:lstStyle/>
          <a:p>
            <a:pPr algn="l"/>
            <a:r>
              <a:rPr lang="en-US" sz="35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35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r>
              <a:rPr lang="en-US" sz="35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5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DE7B4-E689-4C93-B403-471D50790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2776" y="1549728"/>
            <a:ext cx="6207962" cy="41222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process of representing data in graphical or visual format such as charts, graphs, maps, and dashboards to make information easy to understand.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reading numbers in tables, we use visuals to quickly identify patterns, trends, and insights.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DEE70C-E7F5-438D-9071-2951164B5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515" y="2108757"/>
            <a:ext cx="3810751" cy="265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98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E66C-2776-4DA8-9CDA-8D0F63D31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Milestone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911DFA-5787-49C8-8726-24B290FC6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7415" y="2227690"/>
            <a:ext cx="3004763" cy="2740236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8DC30908-B349-4417-8A71-AE6F48FA60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2459504"/>
            <a:ext cx="759310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analyze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party-wise, constituency-wise,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historical election data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trends in voting patterns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compare party performance across constituencies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create interactive dashboards for better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4070562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5CD0-1855-428A-A96A-63E5EA59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165" y="146353"/>
            <a:ext cx="10018713" cy="1752599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A32A3F-741D-4B09-BD9F-6501D8101E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3165" y="1754763"/>
            <a:ext cx="10897727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Party-wise Data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information about different political parties and their total votes or performance in elections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helps compare the performance of parties and identify leading or dominant parties.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Constituency Data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election results for each constituency and the parties contesting in those areas.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analyze regional performance and identify strong or weak constituencies for parties.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/ Historical Data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election data from different years or time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periods.It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analyze trends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changes in party performance over time.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49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65A4-15CF-4783-9C4F-F0E7D5D23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177" y="346828"/>
            <a:ext cx="10018713" cy="1752599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Techniques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3FFDA-0FED-4D49-813C-14E32C26F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113" y="1693681"/>
            <a:ext cx="10018713" cy="3941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milestone, we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Bar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Line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🔵 Bubble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🔥 Heat 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🎛 Slicers (Filters)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F85C07-AB15-4128-8EE2-EEC8EBE62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085" y="1866507"/>
            <a:ext cx="4408666" cy="394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148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ECA3-74B8-48D0-BDC9-6DCA4FEE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– Party-wise &amp; Constituency Comparison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5B9D80-B4C8-490E-8BC4-BD37D18DB9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08957" y="2609670"/>
            <a:ext cx="57214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 vote count of different parties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Identify winning party in each constituency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Analyze performance differences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9DE963-EFF7-483B-85E8-F741371A7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720" y="3981270"/>
            <a:ext cx="4033398" cy="227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49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ECA3-74B8-48D0-BDC9-6DCA4FEE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– Time &amp; Historical Trend Analysis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946B7A7-8239-4031-A97A-2C9524CE06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22080" y="2438399"/>
            <a:ext cx="614302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 changes in party performance over years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Analyze historical growth or decline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Identify long-term voting patterns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DADE5F-2499-4187-B9E3-B45400B0E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942" y="4090717"/>
            <a:ext cx="4423741" cy="252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11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ECA3-74B8-48D0-BDC9-6DCA4FEE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Chart – Multi-Dimensional Analysis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1B25F4-6057-4A70-B574-F708F58524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18385" y="2223310"/>
            <a:ext cx="480933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Show relationship between: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Vote 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Vote percentage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Constituency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Bubble size represents vote strength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088A9B-F04C-4983-8867-A4BBFF938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408" y="2120807"/>
            <a:ext cx="3562847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65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ECA3-74B8-48D0-BDC9-6DCA4FEE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Map – Intensity &amp; Regional Performance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FC2705A-F6B4-4BDE-970D-2FC8951E8D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71251" y="2464323"/>
            <a:ext cx="650049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strong and weak constituencies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performance intensity using color variations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voting concentration patterns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727DF2-4C9B-4740-9DC7-A83398BE5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503" y="3722574"/>
            <a:ext cx="3518521" cy="267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14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ECA3-74B8-48D0-BDC9-6DCA4FEE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 – Interactive Filtering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5AA252-8701-4AB3-BD4D-DC62A194E8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48609" y="2261017"/>
            <a:ext cx="342433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Filter by: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Constituency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 dynamic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64E16-53C3-4E0D-8EE5-E9CC2867D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918" y="2473170"/>
            <a:ext cx="4191585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51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C7A9-2E90-45D8-A55C-93BDEFDB5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298DD-8289-4D8E-A03E-3E4F286E4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643" y="2044830"/>
            <a:ext cx="10018713" cy="31242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8621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2914</TotalTime>
  <Words>395</Words>
  <Application>Microsoft Office PowerPoint</Application>
  <PresentationFormat>Widescreen</PresentationFormat>
  <Paragraphs>62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Corbel</vt:lpstr>
      <vt:lpstr>Times New Roman</vt:lpstr>
      <vt:lpstr>Parallax</vt:lpstr>
      <vt:lpstr>ELECTVIZ – EXPLORING ELECTIONS THROUGH VISUAL INTELLIGENCE</vt:lpstr>
      <vt:lpstr>PowerPoint Presentation</vt:lpstr>
      <vt:lpstr>What is Data Visualization? </vt:lpstr>
      <vt:lpstr>Objective of the Milestone</vt:lpstr>
      <vt:lpstr>Dataset Overview</vt:lpstr>
      <vt:lpstr>Data Visualization Techniques Used</vt:lpstr>
      <vt:lpstr>Bar Chart – Party-wise &amp; Constituency Comparison</vt:lpstr>
      <vt:lpstr>Line Chart – Time &amp; Historical Trend Analysis</vt:lpstr>
      <vt:lpstr>Bubble Chart – Multi-Dimensional Analysis</vt:lpstr>
      <vt:lpstr>Heat Map – Intensity &amp; Regional Performance</vt:lpstr>
      <vt:lpstr>Slicers – Interactive Filtering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ELECTVIZ – EXPLORING ELECTIONS THROUGH VISUAL INTELLIGENCE</dc:title>
  <dc:creator>Mounika Mogalapalli</dc:creator>
  <cp:lastModifiedBy>mogithaaduraisamy2403@gmail.com</cp:lastModifiedBy>
  <cp:revision>8</cp:revision>
  <dcterms:created xsi:type="dcterms:W3CDTF">2026-02-11T04:28:04Z</dcterms:created>
  <dcterms:modified xsi:type="dcterms:W3CDTF">2026-03-06T12:40:39Z</dcterms:modified>
</cp:coreProperties>
</file>