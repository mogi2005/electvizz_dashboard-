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1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C685E-1597-4CFD-AF06-1F4E1EC5CA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C0300-13C4-4F6C-92D9-45F6968CF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113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8C0300-13C4-4F6C-92D9-45F6968CFF8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325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526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778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201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8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18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37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304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072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091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107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828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5854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9474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644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041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9729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01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456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40C9-92D8-241E-EF92-993E4F8EF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3897" y="1517714"/>
            <a:ext cx="9180576" cy="1189389"/>
          </a:xfrm>
        </p:spPr>
        <p:txBody>
          <a:bodyPr>
            <a:normAutofit fontScale="90000"/>
          </a:bodyPr>
          <a:lstStyle/>
          <a:p>
            <a:r>
              <a:rPr lang="en-US" sz="4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lang="en-US" sz="4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br>
              <a:rPr lang="en-US" sz="4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EXPLORING ELECTIONS THROUGH VISUAL INTELLIGENCE</a:t>
            </a:r>
            <a:endParaRPr lang="en-IN" sz="4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39DEC2-3774-1274-D4E5-5FD0774E1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2224" y="3035329"/>
            <a:ext cx="8705088" cy="1086237"/>
          </a:xfrm>
        </p:spPr>
        <p:txBody>
          <a:bodyPr>
            <a:no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INTERNSHIP 6.0 || MILESTONE - 2 PROJECT PRESENTATION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MENTOR – SUNDAR.J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57168F-677F-00B9-6392-C5FD8F1E6A3C}"/>
              </a:ext>
            </a:extLst>
          </p:cNvPr>
          <p:cNvCxnSpPr>
            <a:cxnSpLocks/>
          </p:cNvCxnSpPr>
          <p:nvPr/>
        </p:nvCxnSpPr>
        <p:spPr>
          <a:xfrm>
            <a:off x="1554480" y="2871216"/>
            <a:ext cx="1042698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2AF4DE9-11DE-8C81-CD4B-6A1DADBBB6D2}"/>
              </a:ext>
            </a:extLst>
          </p:cNvPr>
          <p:cNvSpPr txBox="1"/>
          <p:nvPr/>
        </p:nvSpPr>
        <p:spPr>
          <a:xfrm>
            <a:off x="7769290" y="4811135"/>
            <a:ext cx="35661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Amit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Sanap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Dhinesh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Mogithaa S 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Mounika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Kodumuru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Mounika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Mogalapalli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3836507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6852-2861-4011-B802-926B710EA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7CAA6-E701-492A-8584-D7651A213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615" y="1866899"/>
            <a:ext cx="10018713" cy="31242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– 2</a:t>
            </a:r>
          </a:p>
          <a:p>
            <a:pPr marL="0" indent="0" algn="ctr">
              <a:buNone/>
            </a:pP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(Exploratory Data Analysis)</a:t>
            </a:r>
            <a:endParaRPr lang="en-IN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171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E5DB-2034-4362-8E80-BA7393A40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808348"/>
            <a:ext cx="10018713" cy="1752599"/>
          </a:xfrm>
        </p:spPr>
        <p:txBody>
          <a:bodyPr>
            <a:normAutofit/>
          </a:bodyPr>
          <a:lstStyle/>
          <a:p>
            <a:pPr algn="l"/>
            <a:r>
              <a:rPr lang="en-US" sz="35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Exploratory Data Analysis?</a:t>
            </a:r>
            <a:br>
              <a:rPr lang="en-US" sz="35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DE7B4-E689-4C93-B403-471D50790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0492" y="1684647"/>
            <a:ext cx="10018713" cy="312420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is the process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and understanding the 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statistics and visualizations.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 find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patterns, trends, missing values, and outliers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data.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498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FE66C-2776-4DA8-9CDA-8D0F63D31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Milestone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BECB08-FD87-4132-BA0B-00029CA0E4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11453" y="2476501"/>
            <a:ext cx="781994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dataset clearly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missing values and outliers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patterns and trends in data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prepare data for further analysis</a:t>
            </a:r>
          </a:p>
        </p:txBody>
      </p:sp>
    </p:spTree>
    <p:extLst>
      <p:ext uri="{BB962C8B-B14F-4D97-AF65-F5344CB8AC3E}">
        <p14:creationId xmlns:p14="http://schemas.microsoft.com/office/powerpoint/2010/main" val="4070562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5CD0-1855-428A-A96A-63E5EA594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Purposes of EDA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A32A3F-741D-4B09-BD9F-6501D8101E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39733" y="2438399"/>
            <a:ext cx="630974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database characteristics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errors or inconsistencies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Discover patterns or trends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relationships between variables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Prepare data for modeling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decision making using visual insights</a:t>
            </a:r>
          </a:p>
        </p:txBody>
      </p:sp>
    </p:spTree>
    <p:extLst>
      <p:ext uri="{BB962C8B-B14F-4D97-AF65-F5344CB8AC3E}">
        <p14:creationId xmlns:p14="http://schemas.microsoft.com/office/powerpoint/2010/main" val="1206493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A65A4-15CF-4783-9C4F-F0E7D5D23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Analysis in EDA</a:t>
            </a:r>
            <a:b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3FFDA-0FED-4D49-813C-14E32C26F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9989" y="2438399"/>
            <a:ext cx="10018713" cy="39411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variable at a time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and values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single feature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variables together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two features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two variables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relationships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multiple features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148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ECA3-74B8-48D0-BDC9-6DCA4FEEE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Goals of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1767E-E57A-4603-B122-A3A8DAD06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8075" y="2355915"/>
            <a:ext cx="10018713" cy="3124201"/>
          </a:xfrm>
        </p:spPr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 structure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missing data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 distribution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relationships between variables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outliers</a:t>
            </a:r>
          </a:p>
          <a:p>
            <a:pPr marL="457200" indent="-457200">
              <a:buFont typeface="+mj-lt"/>
              <a:buAutoNum type="arabicParenR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949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7FC8-6F1F-4A47-96B0-7BE1CA498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E39EE-CD05-4032-A176-3B24ADEF2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63684"/>
            <a:ext cx="10018713" cy="312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Let’s move to the practical demonstration of EDA using an election dataset…..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691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C7A9-2E90-45D8-A55C-93BDEFDB5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298DD-8289-4D8E-A03E-3E4F286E4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643" y="2044830"/>
            <a:ext cx="10018713" cy="31242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8621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191</TotalTime>
  <Words>250</Words>
  <Application>Microsoft Office PowerPoint</Application>
  <PresentationFormat>Widescreen</PresentationFormat>
  <Paragraphs>47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Corbel</vt:lpstr>
      <vt:lpstr>Times New Roman</vt:lpstr>
      <vt:lpstr>Wingdings</vt:lpstr>
      <vt:lpstr>Parallax</vt:lpstr>
      <vt:lpstr>ELECTVIZ – EXPLORING ELECTIONS THROUGH VISUAL INTELLIGENCE</vt:lpstr>
      <vt:lpstr>PowerPoint Presentation</vt:lpstr>
      <vt:lpstr>What is Exploratory Data Analysis? </vt:lpstr>
      <vt:lpstr>Objective of the Milestone</vt:lpstr>
      <vt:lpstr>Six Purposes of EDA</vt:lpstr>
      <vt:lpstr>Types of Analysis in EDA </vt:lpstr>
      <vt:lpstr>Main Goals of EDA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ELECTVIZ – EXPLORING ELECTIONS THROUGH VISUAL INTELLIGENCE</dc:title>
  <dc:creator>Mounika Mogalapalli</dc:creator>
  <cp:lastModifiedBy>mogithaaduraisamy2403@gmail.com</cp:lastModifiedBy>
  <cp:revision>2</cp:revision>
  <dcterms:created xsi:type="dcterms:W3CDTF">2026-02-11T04:28:04Z</dcterms:created>
  <dcterms:modified xsi:type="dcterms:W3CDTF">2026-02-23T05:36:39Z</dcterms:modified>
</cp:coreProperties>
</file>